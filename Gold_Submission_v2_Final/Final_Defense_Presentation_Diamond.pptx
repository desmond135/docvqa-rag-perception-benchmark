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Large Language Model as a Tool for Automatic Extraction of Information from PDF Documents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**Master's Defense Presentation**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Presenter: Tifang Desmond Ngoe (2025-2026)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2. Introduction: The "Dark Data"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Transitioning from unstructured pixels to actionable intelligence.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The industrial explosion of image-based PDFs (Invoices, Medical Reports).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Goal: Scalable, autonomous information extraction via DocVQA.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3. Motivation: 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Failure of rigid templates in high-stakes industries (Finance/Healthcare).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The need for "Human-in-the-Loop" reasoning at scale.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Eliminating manual data entry through grounded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2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4. Problem Statement: The "Perception-Gap"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LLMs are brilliant at reasoning but "spatially blind" to raw images.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Perception Error = Cognition Failure.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Research Focus: Validating a robust Perception Layer for 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3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5.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Standardizing the RAG framework for complex Document VQA.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Formalizing the Late-Fusion Context Grounding architecture.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Establishing an accuracy-speed performance benchmark.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4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6. System Overview: Modular "Plug-and-Play"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Perception Layer (Extracting Data)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Indexing Layer (FAISS Vector Storage)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Cognition Layer (LLM Synthesis)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5 / 19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7. The Gap: Flattening vs. Downscaling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OCR Dilemma: Deterministically extracts text but destroys spatial hierarchy (columns/tables).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VLM Dilemma: Understands geometry but blurs characters during input downsampling.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6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8. Baseline 1: Tesseract OCR (Heuristic)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Traditional LSTM-based engine.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Lightweight but lacks structural awareness.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Primary Mode of Failure: Layout Fragmentation.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7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9. Baseline 2: PaddleOCR (Transformer-Based)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DBNet: Pixel-level text detection.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SVTR: Vision Transformer for robust character recognition.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Superior digit-level extraction on low-noise scans.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8 / 19</a:t>
            </a:r>
          </a:p>
        </p:txBody>
      </p:sp>
      <p:pic>
        <p:nvPicPr>
          <p:cNvPr id="5" name="Picture 4" descr="paddleocr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10. Baseline 3: Standalone VLM (Multimodal)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Multimodal Decoder: Attempts to read images directly.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Challenge: Forced input downscaling (e.g., 336x336).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Result: Catastrophic decimal hallucinations in financial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9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11. Contribution: The Hybrid Model (Late-Fusion)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Parallel Dual-Stream Synchronization.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Stream A (Facts): OCR-driven character precision.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Stream B (Roadmap): VLM-driven spatial understanding.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10 / 19</a:t>
            </a:r>
          </a:p>
        </p:txBody>
      </p:sp>
      <p:pic>
        <p:nvPicPr>
          <p:cNvPr id="5" name="Picture 4" descr="hybri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12. The RAG Pipeline: Grounded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Semantic Retrieval: Uses FAISS for sub-millisecond similarity search.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Context Pinning: Prompts the LLM with only relevant perceived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11 / 19</a:t>
            </a:r>
          </a:p>
        </p:txBody>
      </p:sp>
      <p:pic>
        <p:nvPicPr>
          <p:cNvPr id="5" name="Picture 4" descr="rag_workflow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13. Research Paradigm: Zero-Shot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Testing generalization over unseen layouts.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No Templates: 100% autonomous reasoning.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Mirrors real-world high-diversity industrial datasets.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14. Evaluation Framework: DocVQA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Test Set: Dense statistical reports and multi-column forms.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Challenges: Layout complexity and resolution-induced artifacting.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15. Metrics: The Mathematical Rigor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ANLS: Average Normalized Levenshtein Similarity (Char-level).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Exact Match (EM): Absolute bit-perfect precision.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Efficiency: Latency (s) and Memory footprint (MB).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16. Results: Accuracy Dominance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Hybrid achieves 41% gain in ANLS over standalone VLMs.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17. Results: The Accuracy-Efficiency Dichotomy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VLM Standalone: Highest Speed (4.2s).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Hybrid: Highest Precision (14.2s).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Conclusion: We trade 10s of latency for mission-critical reliability.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16 / 19</a:t>
            </a:r>
          </a:p>
        </p:txBody>
      </p:sp>
      <p:pic>
        <p:nvPicPr>
          <p:cNvPr id="5" name="Picture 4" descr="effici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28952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18. Analysis: Resolution-Induced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Standalone VLMs blur "2" into "5" due to encoding bottlenecks.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The Hybrid model bypasses this via Full-Resolution OCR Streams.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17 / 19</a:t>
            </a:r>
          </a:p>
        </p:txBody>
      </p:sp>
      <p:pic>
        <p:nvPicPr>
          <p:cNvPr id="5" name="Picture 4" descr="vlm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19. Analysis: Solving Euclidean Crowding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Problem: Retriever pulls Row 2 instead of Row 4 in dense tables.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Solution: Spatial Metadata Tagging (JSON Coord Mapping).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Result: 100% Qualitative success on the Case Study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20. 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✅ Hybrid is the robust path for Finance/Medical extraction.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⏭️ Next: Asynchronous parallel streams to drop latency &lt; 5s.</a:t>
            </a:r>
          </a:p>
          <a:p>
            <a:pPr algn="l">
              <a:spcAft>
                <a:spcPts val="1800"/>
              </a:spcAft>
              <a:defRPr sz="2800">
                <a:solidFill>
                  <a:srgbClr val="323232"/>
                </a:solidFill>
                <a:latin typeface="Arial"/>
              </a:defRPr>
            </a:pPr>
            <a:r>
              <a:t>⏭️ Next: Multi-agent orchestration for cross-verification.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