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63040"/>
            <a:ext cx="11277295" cy="2011680"/>
          </a:xfrm>
        </p:spPr>
        <p:txBody>
          <a:bodyPr/>
          <a:lstStyle/>
          <a:p>
            <a:pPr algn="ctr">
              <a:defRPr b="1" sz="3600">
                <a:solidFill>
                  <a:srgbClr val="003366"/>
                </a:solidFill>
                <a:latin typeface="Calibri"/>
              </a:defRPr>
            </a:pPr>
            <a:r>
              <a:t>Systems-Level Reliability and Robustness Evaluation Framework for Document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474720"/>
            <a:ext cx="11277295" cy="2926080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Master's Thesis Defense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Tifang Desmond Ngoe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Czestochowa University of Technology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Supervisor: Prof. Piotr Duda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Introduction / Problem Statement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7731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Document AI Complexity</a:t>
            </a:r>
            <a:r>
              <a:rPr sz="2200">
                <a:solidFill>
                  <a:srgbClr val="000000"/>
                </a:solidFill>
                <a:latin typeface="Calibri"/>
              </a:rPr>
              <a:t>: Modern enterprise pipelines rely heavily on automated extraction of information from complex PDF documents.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The PDF Challenge</a:t>
            </a:r>
            <a:r>
              <a:rPr sz="2200">
                <a:solidFill>
                  <a:srgbClr val="000000"/>
                </a:solidFill>
                <a:latin typeface="Calibri"/>
              </a:rPr>
              <a:t>: Unstructured documents contain rich multi-column formats, dense tabular grids, and geometric layouts that defy simple reading orders.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Hallucination &amp; Layout Risks</a:t>
            </a:r>
            <a:r>
              <a:rPr sz="2200">
                <a:solidFill>
                  <a:srgbClr val="000000"/>
                </a:solidFill>
                <a:latin typeface="Calibri"/>
              </a:rPr>
              <a:t>: Semantic understanding without visual awareness leads to layout-blindness, causing critical extraction failures.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Critical Downstream Risk</a:t>
            </a:r>
            <a:r>
              <a:rPr sz="2200">
                <a:solidFill>
                  <a:srgbClr val="000000"/>
                </a:solidFill>
                <a:latin typeface="Calibri"/>
              </a:rPr>
              <a:t>: A tiny character reading error (e.g., distorting </a:t>
            </a:r>
            <a:r>
              <a:rPr b="1" sz="2200">
                <a:solidFill>
                  <a:srgbClr val="000000"/>
                </a:solidFill>
                <a:latin typeface="Calibri"/>
              </a:rPr>
              <a:t>$1,240.50</a:t>
            </a:r>
            <a:r>
              <a:rPr sz="2200">
                <a:solidFill>
                  <a:srgbClr val="000000"/>
                </a:solidFill>
                <a:latin typeface="Calibri"/>
              </a:rPr>
              <a:t> into a rounded </a:t>
            </a:r>
            <a:r>
              <a:rPr b="1" sz="2200">
                <a:solidFill>
                  <a:srgbClr val="000000"/>
                </a:solidFill>
                <a:latin typeface="Calibri"/>
              </a:rPr>
              <a:t>$1,200.00</a:t>
            </a:r>
            <a:r>
              <a:rPr sz="2200">
                <a:solidFill>
                  <a:srgbClr val="000000"/>
                </a:solidFill>
                <a:latin typeface="Calibri"/>
              </a:rPr>
              <a:t> on a scanned invoice) is not just a simple spelling mistake—it propagates into automated financial ledgers, causing catastrophic audit and compliance failures in finance and healthcare.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Research Objective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35463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Addressing the Perception-Cognition Gap</a:t>
            </a:r>
            <a:r>
              <a:rPr sz="2200">
                <a:solidFill>
                  <a:srgbClr val="000000"/>
                </a:solidFill>
                <a:latin typeface="Calibri"/>
              </a:rPr>
              <a:t>: Bridging the disconnect where LLMs show advanced linguistic reasoning but fail at structural, spatial perception.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Scientific Goal</a:t>
            </a:r>
            <a:r>
              <a:rPr sz="2200">
                <a:solidFill>
                  <a:srgbClr val="000000"/>
                </a:solidFill>
                <a:latin typeface="Calibri"/>
              </a:rPr>
              <a:t>: Formulating a rigorous, systems-level reliability evaluation framework for DocVQA architectures under zero-shot conditions.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Robustness Benchmarking</a:t>
            </a:r>
            <a:r>
              <a:rPr sz="2200">
                <a:solidFill>
                  <a:srgbClr val="000000"/>
                </a:solidFill>
                <a:latin typeface="Calibri"/>
              </a:rPr>
              <a:t>: Swapping and analyzing perception modules to establish a reliable accuracy-efficiency frontier for real-world deployments.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Traditional OCR (Tesseract)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03194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Heuristic Baseline</a:t>
            </a:r>
            <a:r>
              <a:rPr sz="1900">
                <a:solidFill>
                  <a:srgbClr val="000000"/>
                </a:solidFill>
                <a:latin typeface="Calibri"/>
              </a:rPr>
              <a:t>: Relies on classical layout algorithms to group and serialize characters.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Linearization Fragmentation</a:t>
            </a:r>
            <a:r>
              <a:rPr sz="1900">
                <a:solidFill>
                  <a:srgbClr val="000000"/>
                </a:solidFill>
                <a:latin typeface="Calibri"/>
              </a:rPr>
              <a:t>: Converts multi-column text horizontally into a single continuous stream, destroying reading order and paragraph alignment.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Fidelity Loss</a:t>
            </a:r>
            <a:r>
              <a:rPr sz="1900">
                <a:solidFill>
                  <a:srgbClr val="000000"/>
                </a:solidFill>
                <a:latin typeface="Calibri"/>
              </a:rPr>
              <a:t>: Separates tabular cells from headers, making spatial relation reasoning impossible.</a:t>
            </a:r>
          </a:p>
        </p:txBody>
      </p:sp>
      <p:pic>
        <p:nvPicPr>
          <p:cNvPr id="7" name="Picture 6" descr="ocr_pre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25753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3946938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4.3: OCR Preprocessing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PaddleOCR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709265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Deep-Learning Spatial Detection</a:t>
            </a:r>
            <a:r>
              <a:rPr sz="1900">
                <a:solidFill>
                  <a:srgbClr val="000000"/>
                </a:solidFill>
                <a:latin typeface="Calibri"/>
              </a:rPr>
              <a:t>: Employs an academic DBNet detector combined with SVTR recognizer for raw character mapping.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Layout Robustness</a:t>
            </a:r>
            <a:r>
              <a:rPr sz="1900">
                <a:solidFill>
                  <a:srgbClr val="000000"/>
                </a:solidFill>
                <a:latin typeface="Calibri"/>
              </a:rPr>
              <a:t>: Highly precise alphanumeric localization, minimizing character confusion.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Cognitive Limit</a:t>
            </a:r>
            <a:r>
              <a:rPr sz="1900">
                <a:solidFill>
                  <a:srgbClr val="000000"/>
                </a:solidFill>
                <a:latin typeface="Calibri"/>
              </a:rPr>
              <a:t>: Captures characters perfectly but lacks semantic context, requiring a downstream layout reconstruction layer.</a:t>
            </a:r>
          </a:p>
        </p:txBody>
      </p:sp>
      <p:pic>
        <p:nvPicPr>
          <p:cNvPr id="7" name="Picture 6" descr="paddleocr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35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7277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2.2: PaddleOCR Advanced Multi-Stage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Perception Layer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338658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Layout Detection &amp; Text Localization</a:t>
            </a:r>
            <a:r>
              <a:rPr sz="1900">
                <a:solidFill>
                  <a:srgbClr val="000000"/>
                </a:solidFill>
                <a:latin typeface="Calibri"/>
              </a:rPr>
              <a:t>: Automatically mapping page regions, paragraphs, and nested table cells.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Character Grounding</a:t>
            </a:r>
            <a:r>
              <a:rPr sz="1900">
                <a:solidFill>
                  <a:srgbClr val="000000"/>
                </a:solidFill>
                <a:latin typeface="Calibri"/>
              </a:rPr>
              <a:t>: Indexing absolute 2D bounding boxes $(x_1, y_1, x_2, y_2)$ to ensure alphanumeric fidelity.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Spatial Alignment</a:t>
            </a:r>
            <a:r>
              <a:rPr sz="1900">
                <a:solidFill>
                  <a:srgbClr val="000000"/>
                </a:solidFill>
                <a:latin typeface="Calibri"/>
              </a:rPr>
              <a:t>: Preparing structured, geometry-preserved raw text streams for cognitive processing.</a:t>
            </a:r>
          </a:p>
        </p:txBody>
      </p:sp>
      <p:pic>
        <p:nvPicPr>
          <p:cNvPr id="7" name="Picture 6" descr="layout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608" y="1280160"/>
            <a:ext cx="4382317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93608" y="5669280"/>
            <a:ext cx="438231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2.3: Layout Detection and Document Structure Logic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Vision-Language Models (VLMs)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06389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Multimodal Generation</a:t>
            </a:r>
            <a:r>
              <a:rPr sz="1900">
                <a:solidFill>
                  <a:srgbClr val="000000"/>
                </a:solidFill>
                <a:latin typeface="Calibri"/>
              </a:rPr>
              <a:t>: Treats document images natively as input patches, removing the need for heuristic pipelines.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Resolution-Loss Hallucination</a:t>
            </a:r>
            <a:r>
              <a:rPr sz="1900">
                <a:solidFill>
                  <a:srgbClr val="000000"/>
                </a:solidFill>
                <a:latin typeface="Calibri"/>
              </a:rPr>
              <a:t>: Fixed patch resolutions (e.g., 336x336 pixels) compress fine-grained tabular data, leading to character distortion.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Perception Failure</a:t>
            </a:r>
            <a:r>
              <a:rPr sz="1900">
                <a:solidFill>
                  <a:srgbClr val="000000"/>
                </a:solidFill>
                <a:latin typeface="Calibri"/>
              </a:rPr>
              <a:t>: "Probabilistic guessing" of dense digits in complex zero-shot layouts due to resolution-loss and pixel alignment errors.</a:t>
            </a:r>
          </a:p>
        </p:txBody>
      </p:sp>
      <p:pic>
        <p:nvPicPr>
          <p:cNvPr id="7" name="Picture 6" descr="vlm_limi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20" y="1280160"/>
            <a:ext cx="4529093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0220" y="5669280"/>
            <a:ext cx="452909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2.4: VLM Projection Layer and Resolution Constraints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Hybrid OCR-VLM Synchronization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741214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Dual-Stream Synchronization</a:t>
            </a:r>
            <a:r>
              <a:rPr sz="1900">
                <a:solidFill>
                  <a:srgbClr val="000000"/>
                </a:solidFill>
                <a:latin typeface="Calibri"/>
              </a:rPr>
              <a:t>: Merging the literal precision of PaddleOCR with the high-level semantic layout awareness of VLMs.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Perception Safety Net</a:t>
            </a:r>
            <a:r>
              <a:rPr sz="1900">
                <a:solidFill>
                  <a:srgbClr val="000000"/>
                </a:solidFill>
                <a:latin typeface="Calibri"/>
              </a:rPr>
              <a:t>: Grounding VLM spatial reasonings inside verified deterministic OCR character coordinates.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Robustness Fusing</a:t>
            </a:r>
            <a:r>
              <a:rPr sz="1900">
                <a:solidFill>
                  <a:srgbClr val="000000"/>
                </a:solidFill>
                <a:latin typeface="Calibri"/>
              </a:rPr>
              <a:t>: Drastically reduces layout confusion and generative hallucinations in zero-shot extractions.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18" y="1280160"/>
            <a:ext cx="3406697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81418" y="5669280"/>
            <a:ext cx="340669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4.1: Advanced Global System Orchestration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RAG / Connection Layer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5418531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Vector Space Mapping</a:t>
            </a:r>
            <a:r>
              <a:rPr sz="1900">
                <a:solidFill>
                  <a:srgbClr val="000000"/>
                </a:solidFill>
                <a:latin typeface="Calibri"/>
              </a:rPr>
              <a:t>: Projecting layout-aware chunked documents into a FAISS vector database using `all-MiniLM-L6-v2`.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Hybrid Context Retrieval</a:t>
            </a:r>
            <a:r>
              <a:rPr sz="1900">
                <a:solidFill>
                  <a:srgbClr val="000000"/>
                </a:solidFill>
                <a:latin typeface="Calibri"/>
              </a:rPr>
              <a:t>: Querying and fetching high-relevance chunks grounded with precise spatial metadata.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Cognitive Reasoning</a:t>
            </a:r>
            <a:r>
              <a:rPr sz="1900">
                <a:solidFill>
                  <a:srgbClr val="000000"/>
                </a:solidFill>
                <a:latin typeface="Calibri"/>
              </a:rPr>
              <a:t>: Supplying localized context to the Mistral 7B Instruct reasoning engine.</a:t>
            </a:r>
          </a:p>
        </p:txBody>
      </p:sp>
      <p:pic>
        <p:nvPicPr>
          <p:cNvPr id="7" name="Picture 6" descr="rag_workflow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665" y="1280160"/>
            <a:ext cx="4316204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6665" y="5669280"/>
            <a:ext cx="43162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3.1: Semantic Embedding and Vector Storage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Benchmark Framework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095847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Test Corpus</a:t>
            </a:r>
            <a:r>
              <a:rPr sz="2200">
                <a:solidFill>
                  <a:srgbClr val="000000"/>
                </a:solidFill>
                <a:latin typeface="Calibri"/>
              </a:rPr>
              <a:t>: Compiled 50 high-complexity PDFs from the DocVQA validation set (dense nested tables, scan noise, multi-column designs).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Strict Zero-Shot Paradigm</a:t>
            </a:r>
            <a:r>
              <a:rPr sz="2200">
                <a:solidFill>
                  <a:srgbClr val="000000"/>
                </a:solidFill>
                <a:latin typeface="Calibri"/>
              </a:rPr>
              <a:t>: No domain-specific or layout-specific fine-tuning, evaluating raw generalization robustness.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Swappable Architecture</a:t>
            </a:r>
            <a:r>
              <a:rPr sz="2200">
                <a:solidFill>
                  <a:srgbClr val="000000"/>
                </a:solidFill>
                <a:latin typeface="Calibri"/>
              </a:rPr>
              <a:t>: Systematically isolating and measuring the impact of each perception stream under identical reasoning conditions.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Evaluation Metrics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773164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ANLS (Accuracy)</a:t>
            </a:r>
            <a:r>
              <a:rPr sz="1900">
                <a:solidFill>
                  <a:srgbClr val="000000"/>
                </a:solidFill>
                <a:latin typeface="Calibri"/>
              </a:rPr>
              <a:t>: Average Normalized Levenshtein Similarity (0.5 threshold) for soft spelling matching.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Exact Match (EM)</a:t>
            </a:r>
            <a:r>
              <a:rPr sz="1900">
                <a:solidFill>
                  <a:srgbClr val="000000"/>
                </a:solidFill>
                <a:latin typeface="Calibri"/>
              </a:rPr>
              <a:t>: Requires absolute, character-for-character alphanumeric agreement.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F1-Score</a:t>
            </a:r>
            <a:r>
              <a:rPr sz="1900">
                <a:solidFill>
                  <a:srgbClr val="000000"/>
                </a:solidFill>
                <a:latin typeface="Calibri"/>
              </a:rPr>
              <a:t>: Harmonic mean of token-level precision and recall measuring text overlap.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Latency (L) &amp; Throughput (Tp)</a:t>
            </a:r>
            <a:r>
              <a:rPr sz="1900">
                <a:solidFill>
                  <a:srgbClr val="000000"/>
                </a:solidFill>
                <a:latin typeface="Calibri"/>
              </a:rPr>
              <a:t>: End-to-end inference speed and system capacity.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RAM RSS &amp; Search Efficiency</a:t>
            </a:r>
            <a:r>
              <a:rPr sz="1900">
                <a:solidFill>
                  <a:srgbClr val="000000"/>
                </a:solidFill>
                <a:latin typeface="Calibri"/>
              </a:rPr>
              <a:t>: Peak physical memory overhead and FAISS index query speed.</a:t>
            </a:r>
          </a:p>
        </p:txBody>
      </p:sp>
      <p:pic>
        <p:nvPicPr>
          <p:cNvPr id="7" name="Picture 6" descr="math_1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65" y="1280160"/>
            <a:ext cx="4448603" cy="914400"/>
          </a:xfrm>
          <a:prstGeom prst="rect">
            <a:avLst/>
          </a:prstGeom>
        </p:spPr>
      </p:pic>
      <p:pic>
        <p:nvPicPr>
          <p:cNvPr id="8" name="Picture 7" descr="math_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465" y="2468880"/>
            <a:ext cx="4448603" cy="914400"/>
          </a:xfrm>
          <a:prstGeom prst="rect">
            <a:avLst/>
          </a:prstGeom>
        </p:spPr>
      </p:pic>
      <p:pic>
        <p:nvPicPr>
          <p:cNvPr id="9" name="Picture 8" descr="math_10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65" y="3657600"/>
            <a:ext cx="4448603" cy="914400"/>
          </a:xfrm>
          <a:prstGeom prst="rect">
            <a:avLst/>
          </a:prstGeom>
        </p:spPr>
      </p:pic>
      <p:pic>
        <p:nvPicPr>
          <p:cNvPr id="10" name="Picture 9" descr="math_10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0465" y="4846320"/>
            <a:ext cx="4448603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Experimental Results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7450480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Empirical Breakthrough</a:t>
            </a:r>
            <a:r>
              <a:rPr sz="1900">
                <a:solidFill>
                  <a:srgbClr val="000000"/>
                </a:solidFill>
                <a:latin typeface="Calibri"/>
              </a:rPr>
              <a:t>: The proposed Hybrid model achieves the highest accuracy, outperforming standalone VLMs and OCR pipelines.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Performance Frontier</a:t>
            </a:r>
            <a:r>
              <a:rPr sz="1900">
                <a:solidFill>
                  <a:srgbClr val="000000"/>
                </a:solidFill>
                <a:latin typeface="Calibri"/>
              </a:rPr>
              <a:t>: Validating that visual layout synchronization is essential to resolve complex DocVQA prompts.</a:t>
            </a:r>
          </a:p>
        </p:txBody>
      </p:sp>
      <p:pic>
        <p:nvPicPr>
          <p:cNvPr id="7" name="Picture 6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401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773168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7.2: Accuracy Benchmark Matrix (ANLS vs F1)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Performance Metrics Table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12779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Comprehensive Evaluation: Performance comparison across accuracy, operational latency, throughput, and system resource overhead.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Accuracy vs. Efficiency: The Hybrid model achieves the highest accuracy at the cost of higher latency and RAM consumption.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081"/>
                <a:gridCol w="1341081"/>
                <a:gridCol w="1341081"/>
                <a:gridCol w="1341081"/>
                <a:gridCol w="1341081"/>
                <a:gridCol w="1341081"/>
                <a:gridCol w="1341081"/>
                <a:gridCol w="1341088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Model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Exact Match (EM)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RAM Footprint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Search Efficiency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Hybrid (Ours)</a:t>
                      </a:r>
                    </a:p>
                  </a:txBody>
                  <a:tcPr>
                    <a:solidFill>
                      <a:srgbClr val="DCEB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14.20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0.07 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4600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Standalone VLM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4.20 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0.24 S/s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4100 MB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Tesseract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11.00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0.09 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350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PaddleOCR RAG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52.30 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0.02 S/s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850 MB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Table 7.1: Exhaustive Performance Benchmarking Matrix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Ablation Study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805113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Isolating Stream Contributions: Systematic removal of layout spatial detection and character grounding streams.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Perception Grounding Efficacy: Proves that character coordinate anchoring is the primary driver in reducing hallucination rates.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 Detection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 Grounding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VLM Context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Hybrid (Full)</a:t>
                      </a:r>
                    </a:p>
                  </a:txBody>
                  <a:tcPr>
                    <a:solidFill>
                      <a:srgbClr val="DCEB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 Grounding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 Layout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Table 7.2: Perception Component Ablation Study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Error Analysis / Case Studies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948242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Low ANLS Failure Modes</a:t>
            </a:r>
            <a:r>
              <a:rPr sz="1900">
                <a:solidFill>
                  <a:srgbClr val="000000"/>
                </a:solidFill>
                <a:latin typeface="Calibri"/>
              </a:rPr>
              <a:t>: Poor document contrast, low scanning resolution, and heavily overlapping text boundaries.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Visual Evidence</a:t>
            </a:r>
            <a:r>
              <a:rPr sz="1900">
                <a:solidFill>
                  <a:srgbClr val="000000"/>
                </a:solidFill>
                <a:latin typeface="Calibri"/>
              </a:rPr>
              <a:t>: VLM resolution-loss vs. Hybrid character-grounding precision.</a:t>
            </a:r>
          </a:p>
        </p:txBody>
      </p:sp>
      <p:pic>
        <p:nvPicPr>
          <p:cNvPr id="7" name="Picture 6" descr="hallucin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27" y="1280160"/>
            <a:ext cx="429768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35927" y="566928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7.6: Visual Case Study of VLM Resolution-Loss vs. Hybrid Precision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Deployment Considerations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015974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Accuracy-Efficiency Trade-off</a:t>
            </a:r>
            <a:r>
              <a:rPr sz="1900">
                <a:solidFill>
                  <a:srgbClr val="000000"/>
                </a:solidFill>
                <a:latin typeface="Calibri"/>
              </a:rPr>
              <a:t>: High-reliability synchronization demands dual neural network overhead (14.2s latency).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Memory Footprint</a:t>
            </a:r>
            <a:r>
              <a:rPr sz="1900">
                <a:solidFill>
                  <a:srgbClr val="000000"/>
                </a:solidFill>
                <a:latin typeface="Calibri"/>
              </a:rPr>
              <a:t>: Fusing multiple streams increases RSS RAM footprint (4600MB).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Recommendation</a:t>
            </a:r>
            <a:r>
              <a:rPr sz="1900">
                <a:solidFill>
                  <a:srgbClr val="000000"/>
                </a:solidFill>
                <a:latin typeface="Calibri"/>
              </a:rPr>
              <a:t>: Deploy in offline mission-critical pipelines, using async processing to mitigate CPU-bound latency.</a:t>
            </a:r>
          </a:p>
        </p:txBody>
      </p:sp>
      <p:pic>
        <p:nvPicPr>
          <p:cNvPr id="7" name="Picture 6" descr="effici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307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67868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7.3: Accuracy-Efficiency Frontier and Latency Inversion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083706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Bridging the Gap</a:t>
            </a:r>
            <a:r>
              <a:rPr sz="2200">
                <a:solidFill>
                  <a:srgbClr val="000000"/>
                </a:solidFill>
                <a:latin typeface="Calibri"/>
              </a:rPr>
              <a:t>: Synchronized OCR-VLM architecture successfully bridges the perception-cognition disconnect.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Grounding Efficacy</a:t>
            </a:r>
            <a:r>
              <a:rPr sz="2200">
                <a:solidFill>
                  <a:srgbClr val="000000"/>
                </a:solidFill>
                <a:latin typeface="Calibri"/>
              </a:rPr>
              <a:t>: Deterministic character grounding is vital for eliminating LLM hallucinations in structured documents.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Standardized Framework</a:t>
            </a:r>
            <a:r>
              <a:rPr sz="2200">
                <a:solidFill>
                  <a:srgbClr val="000000"/>
                </a:solidFill>
                <a:latin typeface="Calibri"/>
              </a:rPr>
              <a:t>: Provides a repeatable system-level benchmark for modern Document AI research.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151437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GPU Acceleration</a:t>
            </a:r>
            <a:r>
              <a:rPr sz="2200">
                <a:solidFill>
                  <a:srgbClr val="000000"/>
                </a:solidFill>
                <a:latin typeface="Calibri"/>
              </a:rPr>
              <a:t>: Deploying asynchronous parallel execution to reduce dual-stream latency below 2 seconds.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Natively Layout-Aware LLMs</a:t>
            </a:r>
            <a:r>
              <a:rPr sz="2200">
                <a:solidFill>
                  <a:srgbClr val="000000"/>
                </a:solidFill>
                <a:latin typeface="Calibri"/>
              </a:rPr>
              <a:t>: Investigating integration with natively layout-aware multimodal architectures (e.g. LayoutLMv3).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Tabular Extraction</a:t>
            </a:r>
            <a:r>
              <a:rPr sz="2200">
                <a:solidFill>
                  <a:srgbClr val="000000"/>
                </a:solidFill>
                <a:latin typeface="Calibri"/>
              </a:rPr>
              <a:t>: Enhancing cellular alignment for complex nested structures.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63040"/>
            <a:ext cx="11277295" cy="2011680"/>
          </a:xfrm>
        </p:spPr>
        <p:txBody>
          <a:bodyPr/>
          <a:lstStyle/>
          <a:p>
            <a:pPr algn="ctr">
              <a:defRPr b="1" sz="3600">
                <a:solidFill>
                  <a:srgbClr val="003366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474720"/>
            <a:ext cx="11277295" cy="2926080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Thank You for Your Attention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Tifang Desmond Ngoe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